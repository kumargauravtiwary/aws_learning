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Guide</a:t>
            </a:r>
          </a:p>
          <a:p>
            <a:r>
              <a:t>Presented by: [Your Name]</a:t>
            </a:r>
          </a:p>
          <a:p>
            <a:r>
              <a:t>Date: [Presentation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Introduction to AWS</a:t>
            </a:r>
          </a:p>
          <a:p>
            <a:r>
              <a:t>2. AWS Global Infrastructure</a:t>
            </a:r>
          </a:p>
          <a:p>
            <a:r>
              <a:t>3. AWS Core Services</a:t>
            </a:r>
          </a:p>
          <a:p>
            <a:r>
              <a:t>   - Compute</a:t>
            </a:r>
          </a:p>
          <a:p>
            <a:r>
              <a:t>   - Storage</a:t>
            </a:r>
          </a:p>
          <a:p>
            <a:r>
              <a:t>   - Databases</a:t>
            </a:r>
          </a:p>
          <a:p>
            <a:r>
              <a:t>4. Networking and Content Delivery</a:t>
            </a:r>
          </a:p>
          <a:p>
            <a:r>
              <a:t>5. Security, Identity, and Compliance</a:t>
            </a:r>
          </a:p>
          <a:p>
            <a:r>
              <a:t>6. AWS Management and Governance</a:t>
            </a:r>
          </a:p>
          <a:p>
            <a:r>
              <a:t>7. Developer Tools</a:t>
            </a:r>
          </a:p>
          <a:p>
            <a:r>
              <a:t>8. Analytics</a:t>
            </a:r>
          </a:p>
          <a:p>
            <a:r>
              <a:t>9. Machine Learning</a:t>
            </a:r>
          </a:p>
          <a:p>
            <a:r>
              <a:t>10. Cost Management</a:t>
            </a:r>
          </a:p>
          <a:p>
            <a:r>
              <a:t>11. Case Studies and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Overview: Brief history and evolution of AWS</a:t>
            </a:r>
          </a:p>
          <a:p>
            <a:r>
              <a:t>Why AWS?: Benefits of using AWS</a:t>
            </a:r>
          </a:p>
          <a:p>
            <a:r>
              <a:t>Use Cases: Examples of common AWS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Global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Regions and Availability Zones: Explanation and significance</a:t>
            </a:r>
          </a:p>
          <a:p>
            <a:r>
              <a:t>Edge Locations: For content delivery</a:t>
            </a:r>
          </a:p>
          <a:p>
            <a:r>
              <a:t>Data Centers: High-level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Core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 Services:</a:t>
            </a:r>
          </a:p>
          <a:p>
            <a:r>
              <a:t>  - EC2: Elastic Compute Cloud overview</a:t>
            </a:r>
          </a:p>
          <a:p>
            <a:r>
              <a:t>  - Lambda: Serverless computing introduction</a:t>
            </a:r>
          </a:p>
          <a:p>
            <a:r>
              <a:t>  - ECS and EKS: Container services</a:t>
            </a:r>
          </a:p>
          <a:p>
            <a:r>
              <a:t>Storage Services:</a:t>
            </a:r>
          </a:p>
          <a:p>
            <a:r>
              <a:t>  - S3: Simple Storage Service overview</a:t>
            </a:r>
          </a:p>
          <a:p>
            <a:r>
              <a:t>  - EBS: Elastic Block Store</a:t>
            </a:r>
          </a:p>
          <a:p>
            <a:r>
              <a:t>  - Glacier: Long-term archival storage</a:t>
            </a:r>
          </a:p>
          <a:p>
            <a:r>
              <a:t>Database Services:</a:t>
            </a:r>
          </a:p>
          <a:p>
            <a:r>
              <a:t>  - RDS: Relational Database Service</a:t>
            </a:r>
          </a:p>
          <a:p>
            <a:r>
              <a:t>  - DynamoDB: NoSQL database service</a:t>
            </a:r>
          </a:p>
          <a:p>
            <a:r>
              <a:t>  - Aurora: High-performance relational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Networking and Content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VPC: Virtual Private Cloud overview</a:t>
            </a:r>
          </a:p>
          <a:p>
            <a:r>
              <a:t>Route 53: DNS and domain registration</a:t>
            </a:r>
          </a:p>
          <a:p>
            <a:r>
              <a:t>CloudFront: Content delivery network</a:t>
            </a:r>
          </a:p>
          <a:p>
            <a:r>
              <a:t>Direct Connect: Dedicated network connection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Security, Identity, and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IAM: Identity and Access Management</a:t>
            </a:r>
          </a:p>
          <a:p>
            <a:r>
              <a:t>KMS: Key Management Service</a:t>
            </a:r>
          </a:p>
          <a:p>
            <a:r>
              <a:t>CloudHSM: Hardware security module</a:t>
            </a:r>
          </a:p>
          <a:p>
            <a:r>
              <a:t>Security Best Practices: Overview of AWS security measures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Management and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CloudWatch: Monitoring and management service</a:t>
            </a:r>
          </a:p>
          <a:p>
            <a:r>
              <a:t>CloudFormation: Infrastructure as Code</a:t>
            </a:r>
          </a:p>
          <a:p>
            <a:r>
              <a:t>Config: Resource inventory and configuration history</a:t>
            </a:r>
          </a:p>
          <a:p>
            <a:r>
              <a:t>Trusted Advisor: AWS best practices recommendations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Developer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CodeCommit: Source control service</a:t>
            </a:r>
          </a:p>
          <a:p>
            <a:r>
              <a:t>CodeBuild: Build service</a:t>
            </a:r>
          </a:p>
          <a:p>
            <a:r>
              <a:t>CodeDeploy: Deployment service</a:t>
            </a:r>
          </a:p>
          <a:p>
            <a:r>
              <a:t>CodePipeline: Continuous integration and delivery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Athena: Query service for S3</a:t>
            </a:r>
          </a:p>
          <a:p>
            <a:r>
              <a:t>Redshift: Data warehousing</a:t>
            </a:r>
          </a:p>
          <a:p>
            <a:r>
              <a:t>EMR: Elastic MapReduce for big data processing</a:t>
            </a:r>
          </a:p>
          <a:p>
            <a:r>
              <a:t>QuickSight: Business intelligence service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SageMaker: End-to-end machine learning service</a:t>
            </a:r>
          </a:p>
          <a:p>
            <a:r>
              <a:t>Rekognition: Image and video analysis</a:t>
            </a:r>
          </a:p>
          <a:p>
            <a:r>
              <a:t>Comprehend: Natural language processing</a:t>
            </a:r>
          </a:p>
          <a:p>
            <a:r>
              <a:t>Polly: Text-to-speech service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Billing Dashboard: Overview and features</a:t>
            </a:r>
          </a:p>
          <a:p>
            <a:r>
              <a:t>Cost Explorer: Cost visualization and analysis</a:t>
            </a:r>
          </a:p>
          <a:p>
            <a:r>
              <a:t>Budgets: Setting and tracking budgets</a:t>
            </a:r>
          </a:p>
          <a:p>
            <a:r>
              <a:t>Trusted Advisor: Cost optimization 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Studies and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Case Studies: Examples from different industries</a:t>
            </a:r>
          </a:p>
          <a:p>
            <a:r>
              <a:t>Best Practices: Performance, security, and cost management</a:t>
            </a:r>
          </a:p>
          <a:p>
            <a:r>
              <a:t>Migration Strategies: Moving to AWS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 Recap of key points from each chapter</a:t>
            </a:r>
          </a:p>
          <a:p>
            <a:r>
              <a:t>Next Steps: Learning resources, certifications, and hands-on labs</a:t>
            </a:r>
          </a:p>
          <a:p>
            <a:r>
              <a:t>Q&amp;A: Open the floor for questions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 Information: Email, LinkedIn, etc.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